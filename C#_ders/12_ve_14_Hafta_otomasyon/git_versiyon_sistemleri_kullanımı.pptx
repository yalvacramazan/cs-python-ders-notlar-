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95" r:id="rId41"/>
    <p:sldId id="296" r:id="rId42"/>
    <p:sldId id="298" r:id="rId4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26CA5D-346B-1E6F-5E89-5572DC7F9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1FF34A5-05DE-195B-91DF-38DDCCACC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A46AE66-00CC-96DB-2307-EEDD97EA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DD71A8-3E09-10E5-D9FF-590586C8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24DF437-A28D-F7CE-C4E9-10F9B7C2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077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69DC63-4B78-4889-A723-799CFC5A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033ED2-A490-F584-AA35-94F19A5FD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3F2E7A5-6DF7-221A-08AD-CD02A326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0E3FE8A-D7D5-15FD-B426-3FF45A88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1F9BB6-75A1-E487-4CB6-D9BB6F71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381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F55E3B-BC55-D524-A4E4-A28A7107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146B3F9-7C73-866B-4FE9-78B9F10E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CED764-A69E-CA1D-1097-CD91B59B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555B1D6-2F90-CB09-5324-C5446701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3E5055-BAF1-61DE-2587-E900B75C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90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C74B03-D5F9-C7F4-F4B2-A8F78778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5CD2D5-B41D-1DB8-C2BB-BDC3B622C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3CC662A-A5A5-572A-D873-B6C3C8896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6C0D955-DE80-DD48-B4AF-3E6732EB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8C01A36-603B-9904-A88C-4603B700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0761E16-41B7-E026-3189-1EF06AB0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77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34E5FE-99DD-50B4-BC64-77AC4623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82BF9ED-31FA-D349-97FE-631E96D58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7B530C7-2751-865A-E04C-F02F1E665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EDD592A-4F5A-8DFD-B9B5-39A1F8B95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B768B53-F2EF-629B-1F0D-995A62651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6A2C12D-1086-46B2-3F9B-7444BA04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702C457-A361-B504-C62E-0C5D9D84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7E45878-B93D-EA69-8D2C-F9B52B3D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21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4BE978-1F1B-4D64-471B-CA5F97E7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FFA6906-8414-1D92-1D5F-D5C5A3E0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CC8DAB-BE18-10E7-FFEF-7B5FC9CB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06310CF-4C58-D94C-4FA7-B1C2E305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241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8163280-8018-E1D8-F747-452B0A21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0864387-111B-4716-EEB7-4C02F1DA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CAA770-1D58-1FD3-0313-EF66AC0F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376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546EEE-E805-B152-B68E-E6B3D5AC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529001-B529-9C2B-FA14-14F309FF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6860E2E-3786-5A18-73C2-68C0F73EE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DB8F64B-7746-B0DA-489C-990C2A4E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460A972-CEC9-F9BC-4BC3-54511F65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76A2E90-93AB-3033-76DC-4EF83EC50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988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0ED166-7393-834D-AA56-663B8085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F6AD57E-A595-A5E5-F6DE-46DB3B4DB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2BEC8C6-4BCD-9E9B-987D-3C6C73F1E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A03A78A-5D00-89FB-152F-7C3386B8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F53B11C-95F8-6175-4B44-25459EFE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5D95DDB-9B62-3AE7-DC20-ECD44C44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95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7D7395-29BE-A6BB-08D1-0B080184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3D10BA0-ADC0-38D1-B097-E358AD3F5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7E4BF53-A7C9-02F2-624A-DFE8ACA82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ED2C383-F007-2933-F46A-02054908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521B6D-2881-BB29-767A-AA9F473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520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42BF251-902F-62ED-2595-DF33DB879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55A1729-9BB3-4E39-DF10-C37A008FE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D6266C-F8E4-0A67-46A1-027DE4493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230B1C8-0388-6ADD-C8D5-8A6BA539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F41693-FAA0-1582-4B3F-7BD6A3C9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508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FF78232-861A-C46B-A23E-7EFB6A5D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ECDC45E-A4E5-468A-647B-8514DE5BE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09D151-2AD1-C5C7-3235-1DC9C6CF8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E244-AD43-48E5-A079-B409B389A482}" type="datetimeFigureOut">
              <a:rPr lang="tr-TR" smtClean="0"/>
              <a:t>1.03.2025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4DB056-CE9E-5BCB-0BA6-70C366CC6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15C0E93-8442-ACE5-EBC5-CDDE45885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294BE-BE35-481F-9F6C-ECB3C8BBA91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122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/ma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furkanatlan/Deneme_YBS.gi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2481D7-6DCC-7D4F-2EC9-6B254EB28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Git Versiyon Sistemleri Kullanımı</a:t>
            </a:r>
          </a:p>
        </p:txBody>
      </p:sp>
    </p:spTree>
    <p:extLst>
      <p:ext uri="{BB962C8B-B14F-4D97-AF65-F5344CB8AC3E}">
        <p14:creationId xmlns:p14="http://schemas.microsoft.com/office/powerpoint/2010/main" val="65063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DE6C8C-7566-FBBF-BC44-A114C92C0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Kurulumu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B0B411-709D-2C09-504B-F6484229B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Öncelikle, eğer git </a:t>
            </a:r>
            <a:r>
              <a:rPr lang="tr-TR" sz="2000" dirty="0" err="1"/>
              <a:t>bash’i</a:t>
            </a:r>
            <a:r>
              <a:rPr lang="tr-TR" sz="2000" dirty="0"/>
              <a:t> daha önce bilgisayarınıza kurmadıysanız </a:t>
            </a:r>
            <a:r>
              <a:rPr lang="tr-TR" sz="2000" dirty="0" err="1"/>
              <a:t>drive</a:t>
            </a:r>
            <a:r>
              <a:rPr lang="tr-TR" sz="2000" dirty="0"/>
              <a:t> üzerinde yer alan 3. Hafta klasöründen </a:t>
            </a:r>
            <a:r>
              <a:rPr lang="tr-TR" sz="2000" dirty="0" err="1"/>
              <a:t>git’in</a:t>
            </a:r>
            <a:r>
              <a:rPr lang="tr-TR" sz="2000" dirty="0"/>
              <a:t> setup dosyasını indirip kurunuz (Windows işletim sistemi için)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Not: Mac işletim sistemi için aşağıdaki </a:t>
            </a:r>
            <a:r>
              <a:rPr lang="tr-TR" sz="2000" dirty="0" err="1"/>
              <a:t>link’e</a:t>
            </a:r>
            <a:r>
              <a:rPr lang="tr-TR" sz="2000" dirty="0"/>
              <a:t> tıklayınız ve yönlendirmeleri takip ederek </a:t>
            </a:r>
            <a:r>
              <a:rPr lang="tr-TR" sz="2000" dirty="0" err="1"/>
              <a:t>git’i</a:t>
            </a:r>
            <a:r>
              <a:rPr lang="tr-TR" sz="2000" dirty="0"/>
              <a:t> kurunuz: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>
                <a:hlinkClick r:id="rId2"/>
              </a:rPr>
              <a:t>https://git-scm.com/downloads/mac</a:t>
            </a:r>
            <a:r>
              <a:rPr lang="tr-TR" sz="2000" dirty="0"/>
              <a:t> 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50034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80E9-416C-0FE8-E19F-D67A97511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25A02E-315A-44B3-0651-C9E62489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Kurulumu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2D803C-C8A5-39AF-036D-73921C887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Setup dosyanızı indirdikten sonra kurulumu yapınız. Kurulum için herhangi bir ayarı değiştirmeden, sürekli olarak «Next» butonuna tıklayıp kurulumu gerçekleştiriniz.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Kurulumdan sonra bilgisayarınıza reset atınız.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51093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F32E-FB14-151D-6F98-CF92E17B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56FAC4-96DC-8F32-F445-D1137BEE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 Oluşturma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70BC69-47DB-7FC8-ABC5-05E7B4732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GitHub hesabınızı oluşturunuz. Hesabınızı oluşturduktan sonra, </a:t>
            </a:r>
            <a:r>
              <a:rPr lang="tr-TR" sz="2000" dirty="0" err="1"/>
              <a:t>GitHub’a</a:t>
            </a:r>
            <a:r>
              <a:rPr lang="tr-TR" sz="2000" dirty="0"/>
              <a:t> giriş yapınız.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İlk iş olarak bir Repo (</a:t>
            </a:r>
            <a:r>
              <a:rPr lang="tr-TR" sz="2000" dirty="0" err="1"/>
              <a:t>Repository</a:t>
            </a:r>
            <a:r>
              <a:rPr lang="tr-TR" sz="2000" dirty="0"/>
              <a:t>) oluşturmalısınız.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Daha sonra, oluşturduğunuz repo içerisine klasör ya da dosya yüklemek için slaytın sonraki sayfalarındaki görsel yönlendirmeleri takip ediniz.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632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03D4-33F2-3884-CA9C-2D08F3A5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BC92EE-1D93-3097-4A9D-928EC94B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 Oluşturma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B44760-C5B5-14E8-1A2D-51F26B48A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GitHub hesabınıza giriş yaptıktan sonra sol üst taraftaki «New» yazan butona tıklayınız.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6E1C9D5-1C81-D1A6-628B-E6FCCA45F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472" y="1802704"/>
            <a:ext cx="3635055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56829-E436-B56E-461F-56EBF50F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CBED17-2E3F-7917-5394-9DFD240C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 Oluşturma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466563-12EA-DE01-3B4E-9892F1480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Karşınıza aşağıdaki gibi bir sayfa gelecektir. Burada tek yapmanız gereken «</a:t>
            </a:r>
            <a:r>
              <a:rPr lang="tr-TR" sz="2000" dirty="0" err="1"/>
              <a:t>Repository</a:t>
            </a:r>
            <a:r>
              <a:rPr lang="tr-TR" sz="2000" dirty="0"/>
              <a:t> Name» yazan bölüme uygun bir repo adı girmenizdir.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Daha önce bir repo oluşturduysanız, önceki bir </a:t>
            </a:r>
            <a:r>
              <a:rPr lang="tr-TR" sz="2000" dirty="0" err="1"/>
              <a:t>repo’nun</a:t>
            </a:r>
            <a:r>
              <a:rPr lang="tr-TR" sz="2000" dirty="0"/>
              <a:t> adını veremezsiniz.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Repo adı verilirken dikkat edilmesi gerekenler: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tr-TR" sz="2000" dirty="0"/>
              <a:t>Türkçe Karakter kullanmamak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tr-TR" sz="2000" dirty="0"/>
              <a:t>Boşluk karakteri kullanmamak (bunun yerine «-» ya da «_» simgesi kullanınız)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tr-TR" sz="2000" dirty="0"/>
              <a:t>Eğer bu repoyu herkesle paylaşmak istiyorsanız «Public» seçeneğini değiştirmeyiniz</a:t>
            </a:r>
          </a:p>
        </p:txBody>
      </p:sp>
    </p:spTree>
    <p:extLst>
      <p:ext uri="{BB962C8B-B14F-4D97-AF65-F5344CB8AC3E}">
        <p14:creationId xmlns:p14="http://schemas.microsoft.com/office/powerpoint/2010/main" val="87355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78D1-BC39-DE73-BA61-19D31E15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E74E8B-C1C6-9EE7-0FB8-644BEB26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 Oluşturma</a:t>
            </a:r>
          </a:p>
        </p:txBody>
      </p:sp>
      <p:pic>
        <p:nvPicPr>
          <p:cNvPr id="5" name="İçerik Yer Tutucusu 4" descr="metin, ekran görüntüsü, yazılım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5DBD5FE-D2D7-79CA-1778-14476ACAD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79821"/>
            <a:ext cx="10515600" cy="4922195"/>
          </a:xfrm>
        </p:spPr>
      </p:pic>
    </p:spTree>
    <p:extLst>
      <p:ext uri="{BB962C8B-B14F-4D97-AF65-F5344CB8AC3E}">
        <p14:creationId xmlns:p14="http://schemas.microsoft.com/office/powerpoint/2010/main" val="685172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12B6-6BE8-76F9-0FD8-DC0CC7B0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072CCE-3958-7799-4B68-647E9C49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 Oluşturma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7A5C17D-CEF1-FD7A-7712-6449FACCD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Aşağıdaki şekilde, bir repo adı girdik ve bize «is </a:t>
            </a:r>
            <a:r>
              <a:rPr lang="tr-TR" sz="2000" dirty="0" err="1"/>
              <a:t>available</a:t>
            </a:r>
            <a:r>
              <a:rPr lang="tr-TR" sz="2000" dirty="0"/>
              <a:t>» diye uygundur mesajı verdi. Yani bu isimle bir repo oluşturabiliriz. Daha sonra alt taraftaki «</a:t>
            </a:r>
            <a:r>
              <a:rPr lang="tr-TR" sz="2000" dirty="0" err="1"/>
              <a:t>Create</a:t>
            </a:r>
            <a:r>
              <a:rPr lang="tr-TR" sz="2000" dirty="0"/>
              <a:t> </a:t>
            </a:r>
            <a:r>
              <a:rPr lang="tr-TR" sz="2000" dirty="0" err="1"/>
              <a:t>Repository</a:t>
            </a:r>
            <a:r>
              <a:rPr lang="tr-TR" sz="2000" dirty="0"/>
              <a:t>» butonuna tıklayarak </a:t>
            </a:r>
            <a:r>
              <a:rPr lang="tr-TR" sz="2000" dirty="0" err="1"/>
              <a:t>repo’yu</a:t>
            </a:r>
            <a:r>
              <a:rPr lang="tr-TR" sz="2000" dirty="0"/>
              <a:t> oluşturuyoruz.</a:t>
            </a:r>
          </a:p>
        </p:txBody>
      </p:sp>
      <p:pic>
        <p:nvPicPr>
          <p:cNvPr id="5" name="Resim 4" descr="metin, ekran görüntüsü, yazı tipi, web sayfas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3D7FB12-3979-3561-0BC6-E2112D2EE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070" y="1906698"/>
            <a:ext cx="6615445" cy="487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0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C4BAA-F53D-DB49-A43D-B0E0693B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007DFE-9FB8-BEFF-0AEA-A29726E8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 Oluşturma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5A6D8A-B40B-E0B3-A24D-DB8007A6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Repoyu oluşturduktan sonra sizi böyle bir sayfaya yönlendirecektir. Özellikle kırmızı alanda seçili olan 3 kod bizim için çok önemli. Sonradan bu kodları kullanacağız.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lım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FF2CFEF-E1E3-9D1F-5C7D-2F38B1684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9" y="1881709"/>
            <a:ext cx="11659610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3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DF9B-3D81-9E3F-9A04-662E7FD5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A5ADCC-35D6-5B88-497D-E8164A74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GitHub Repo’ya Dosya/Klasör Yükleme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CFFEC5-0994-7EEE-3F0D-D162328D7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İlk aşamayı tamamladık ve repo’muzu oluşturduk. Şimdi de repo’muza bir dosya/klasör nasıl yüklenir onu göreceğiz.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Bu yükleme işlemi 3 farklı yolla yapılabilir.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tr-TR" sz="2000" dirty="0"/>
              <a:t>Manuel olarak (elle) sürükle bırak yöntemiyle upload yapmak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tr-TR" sz="2000" dirty="0"/>
              <a:t>Git bash kullanarak upload yapmak (Biz daha çok bunu kullanacağız)</a:t>
            </a: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tr-TR" sz="2000" dirty="0"/>
              <a:t>Kullanılan kod yazma editörü (VSCode, Pycharm) ile upload yapmak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58241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06AA-6091-276B-CD43-3E9A3A33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4DDAC6-A35F-92E0-0883-99AF7033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Manuel olarak (elle) sürükle bırak yöntemiyle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B0975F-4ED3-E292-7F37-6368777DE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Repo’muza oluşturduktan sonra karşımıza gelen bir sayfa vardı hatırlarsanız. Şimdi o sayfadaki bir linke tıklayacağız. Aşağıdaki görselde verilen ve kırmızı ile seçili alanda yer alan </a:t>
            </a:r>
            <a:r>
              <a:rPr lang="tr-TR" sz="2000" dirty="0" err="1"/>
              <a:t>link’e</a:t>
            </a:r>
            <a:r>
              <a:rPr lang="tr-TR" sz="2000" dirty="0"/>
              <a:t> tıklayınız.</a:t>
            </a:r>
          </a:p>
        </p:txBody>
      </p:sp>
      <p:pic>
        <p:nvPicPr>
          <p:cNvPr id="5" name="Resim 4" descr="metin, ekran görüntüsü, yazı tipi, yazıl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3C63C25-48C2-AA8B-E967-459E15231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28217"/>
            <a:ext cx="10323067" cy="452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9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8EFE-C6BE-D207-28F9-1DB1C49C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65BED2-C9AA-C122-9034-2DE50C4B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Manuel olarak (elle) sürükle bırak yöntemiyle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AF2E07-A6BA-8948-C97F-47D0FE53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«</a:t>
            </a:r>
            <a:r>
              <a:rPr lang="tr-TR" sz="2000" dirty="0" err="1"/>
              <a:t>uploading</a:t>
            </a:r>
            <a:r>
              <a:rPr lang="tr-TR" sz="2000" dirty="0"/>
              <a:t> an </a:t>
            </a:r>
            <a:r>
              <a:rPr lang="tr-TR" sz="2000" dirty="0" err="1"/>
              <a:t>existing</a:t>
            </a:r>
            <a:r>
              <a:rPr lang="tr-TR" sz="2000" dirty="0"/>
              <a:t> file» yani «var olan bir dosyayı yükleyin». Karşınıza aşağıdaki gibi bir görünüm gelecektir.</a:t>
            </a:r>
          </a:p>
        </p:txBody>
      </p:sp>
      <p:pic>
        <p:nvPicPr>
          <p:cNvPr id="5" name="Resim 4" descr="metin, ekran görüntüsü, yazı tipi, yazıl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8A20A27-D92A-7C91-200A-C0DC1469A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6" y="1871698"/>
            <a:ext cx="10091927" cy="49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60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FA56-07F0-D272-340C-509F2001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74E553-DFE9-F618-35FE-212AC8D8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Manuel olarak (elle) sürükle bırak yöntemiyle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861716D-2258-D0C7-A5B2-1D55021ED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«1_Manuel_olarak_yükleme» klasörü içerisine bir adet .txt uzantılı bir metin dosyası oluşturun. Daha sonra bu klasörü sürükleyip «Drag </a:t>
            </a:r>
            <a:r>
              <a:rPr lang="tr-TR" sz="2000" dirty="0" err="1"/>
              <a:t>files</a:t>
            </a:r>
            <a:r>
              <a:rPr lang="tr-TR" sz="2000" dirty="0"/>
              <a:t> here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add</a:t>
            </a:r>
            <a:r>
              <a:rPr lang="tr-TR" sz="2000" dirty="0"/>
              <a:t> </a:t>
            </a:r>
            <a:r>
              <a:rPr lang="tr-TR" sz="2000" dirty="0" err="1"/>
              <a:t>them</a:t>
            </a:r>
            <a:r>
              <a:rPr lang="tr-TR" sz="2000" dirty="0"/>
              <a:t>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your</a:t>
            </a:r>
            <a:r>
              <a:rPr lang="tr-TR" sz="2000" dirty="0"/>
              <a:t> </a:t>
            </a:r>
            <a:r>
              <a:rPr lang="tr-TR" sz="2000" dirty="0" err="1"/>
              <a:t>repository</a:t>
            </a:r>
            <a:r>
              <a:rPr lang="tr-TR" sz="2000" dirty="0"/>
              <a:t>» yazan ve kırmızı ile seçili alana bırakınız.</a:t>
            </a:r>
          </a:p>
        </p:txBody>
      </p:sp>
      <p:pic>
        <p:nvPicPr>
          <p:cNvPr id="5" name="Resim 4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F7C5CEF-EDA3-0C3A-6399-4110DB5E8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153" y="2413741"/>
            <a:ext cx="8496807" cy="413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0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9371-F727-5156-F3DF-2791B656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BF0AAF-5DDE-90E9-A2F0-F5058796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Manuel olarak (elle) sürükle bırak yöntemiyle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E22059-C508-C0FD-EA6E-A02BF566E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Görüldüğü gibi, klasörümüz ve dosyamız yüklendi. Şimdi «2» numaralı alan içerisine bir </a:t>
            </a:r>
            <a:r>
              <a:rPr lang="tr-TR" sz="2000" dirty="0" err="1"/>
              <a:t>commit</a:t>
            </a:r>
            <a:r>
              <a:rPr lang="tr-TR" sz="2000" dirty="0"/>
              <a:t> yazacağız. </a:t>
            </a:r>
            <a:r>
              <a:rPr lang="tr-TR" sz="2000" dirty="0" err="1"/>
              <a:t>Commit</a:t>
            </a:r>
            <a:r>
              <a:rPr lang="tr-TR" sz="2000" dirty="0"/>
              <a:t>, dosyanızı upload ettiğinizde yaptığınız değişikliklere verdiğiniz isimdir. </a:t>
            </a:r>
            <a:r>
              <a:rPr lang="tr-TR" sz="2000" dirty="0" err="1"/>
              <a:t>Commit’leriniz</a:t>
            </a:r>
            <a:r>
              <a:rPr lang="tr-TR" sz="2000" dirty="0"/>
              <a:t> herkes tarafından görülür. Bu sayede bu dosyayı neden yüklediğiniz ve hangi işlemleri yaptığınız ile ilgili bir fikir vermiş olursunuz.</a:t>
            </a:r>
          </a:p>
        </p:txBody>
      </p:sp>
      <p:pic>
        <p:nvPicPr>
          <p:cNvPr id="5" name="Resim 4" descr="metin, ekran görüntüsü, yazı tipi, çizg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7CB2AE1-8931-D4CD-75E8-A0A9D1A9F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161" y="2926609"/>
            <a:ext cx="7355079" cy="37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4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1684-5EB5-F953-8CF5-4200A435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6BDDFC-5C5E-3B3E-3E79-291CCBD7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Manuel olarak (elle) sürükle bırak yöntemiyle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1B41DF-625A-93AA-036B-4A115634E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Manuel ile yüklerken </a:t>
            </a:r>
            <a:r>
              <a:rPr lang="tr-TR" sz="2000" dirty="0" err="1"/>
              <a:t>commit</a:t>
            </a:r>
            <a:r>
              <a:rPr lang="tr-TR" sz="2000" dirty="0"/>
              <a:t> mesajı girmeye çalıştığınızda 50 karakter sınırı ve 100 MB dosya büyüklüğü sınırı vardır (Ciddi bir kısıtlamadır). Aşağıda uygun ve kısa bir </a:t>
            </a:r>
            <a:r>
              <a:rPr lang="tr-TR" sz="2000" dirty="0" err="1"/>
              <a:t>commit</a:t>
            </a:r>
            <a:r>
              <a:rPr lang="tr-TR" sz="2000" dirty="0"/>
              <a:t> mesajı girdik. Bu mesajı girdikten sonra «</a:t>
            </a:r>
            <a:r>
              <a:rPr lang="tr-TR" sz="2000" dirty="0" err="1"/>
              <a:t>Commit</a:t>
            </a:r>
            <a:r>
              <a:rPr lang="tr-TR" sz="2000" dirty="0"/>
              <a:t> changes» butonuna tıklayarak dosyalarınızı/klasörlerinizi </a:t>
            </a:r>
            <a:r>
              <a:rPr lang="tr-TR" sz="2000" dirty="0" err="1"/>
              <a:t>commit</a:t>
            </a:r>
            <a:r>
              <a:rPr lang="tr-TR" sz="2000" dirty="0"/>
              <a:t> mesajınızla birlikte </a:t>
            </a:r>
            <a:r>
              <a:rPr lang="tr-TR" sz="2000" dirty="0" err="1"/>
              <a:t>GitHub’a</a:t>
            </a:r>
            <a:r>
              <a:rPr lang="tr-TR" sz="2000" dirty="0"/>
              <a:t> yükleyebilirsiniz.</a:t>
            </a:r>
          </a:p>
        </p:txBody>
      </p:sp>
      <p:pic>
        <p:nvPicPr>
          <p:cNvPr id="5" name="Resim 4" descr="metin, ekran görüntüsü, yazı tipi, çizg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9065DE6-7C81-74D2-47B7-DF1A66FC2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801" y="2992678"/>
            <a:ext cx="7930397" cy="359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75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0990-2408-D11A-53EA-0288085A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37E82E-06E2-14AC-1C97-3AD886DA6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Manuel olarak (elle) sürükle bırak yöntemiyle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291989-21BE-1BCA-0597-E3FCE2C45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Yükleme işlemi bittikten sonra bizi aşağıdaki gibi repo sayfasına yönlendirecektir. Bu sayfada, gördüğünüz gibi yüklediğimiz klasör/dosyanın adı (1), </a:t>
            </a:r>
            <a:r>
              <a:rPr lang="tr-TR" sz="2000" dirty="0" err="1"/>
              <a:t>commit</a:t>
            </a:r>
            <a:r>
              <a:rPr lang="tr-TR" sz="2000" dirty="0"/>
              <a:t> mesajımız (2) ve yükleme zamanı (3) ile ilgili bilgiler verilmektedir.</a:t>
            </a:r>
          </a:p>
        </p:txBody>
      </p:sp>
      <p:pic>
        <p:nvPicPr>
          <p:cNvPr id="5" name="Resim 4" descr="metin, ekran görüntüsü, yazılım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BFDF590-E527-92FB-5DCA-95DBE68FE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77" y="2447641"/>
            <a:ext cx="7250863" cy="433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69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2AF44-E157-32CC-C27F-46440DE6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34F72C-8D67-1E5F-0ACE-A0708A93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48B26C-CFF3-7F13-AB3F-6E43AC7E6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İlk yükleme yöntemini gördük. Şimdi sıra geldi ikinci yükleme yöntemine.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Bunun için önce mevcut repomuzu indiriyoruz. Kendi </a:t>
            </a:r>
            <a:r>
              <a:rPr lang="tr-TR" sz="2000" dirty="0" err="1"/>
              <a:t>github</a:t>
            </a:r>
            <a:r>
              <a:rPr lang="tr-TR" sz="2000" dirty="0"/>
              <a:t> ana sayfamızda iken repolarımızın olduğu sekmeye tıklıyoruz.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 tipi, diyagra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D4EF242-A193-D168-8B8B-9F71384A8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100" y="2603523"/>
            <a:ext cx="7805800" cy="407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76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E9B4-903D-416B-43FF-C5D52F22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B9EAF0-FF03-1024-879B-3220D393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1DD90F-320B-99D2-5EF5-B436F72BF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Bu sekmeye tıkladıktan sonra, oluşturmuş olduğunuz repolar tarih sırasına göre listelenir. Yükleme yapmak istediğiniz repoya tıklayınız.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 tipi, diyagra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C0CEB6E-99CC-4975-C6BD-1D10A2F8F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131" y="2157640"/>
            <a:ext cx="5536791" cy="452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9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9257-500B-F4E2-C573-C4BF6FF5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BBDC95-9B27-4A35-2110-5E856D39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59F59B-83EB-56ED-018A-DE39C695A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Reponuza girdikten sonra «</a:t>
            </a:r>
            <a:r>
              <a:rPr lang="tr-TR" sz="2000" dirty="0" err="1"/>
              <a:t>Code</a:t>
            </a:r>
            <a:r>
              <a:rPr lang="tr-TR" sz="2000" dirty="0"/>
              <a:t>» yazan butona tıklayınız ve 2 numara ile gösterilen simgeye tıklayınız. Bu işlem ile kendi reponuzun http adresini kopyalamış olursunuz. Burada amaç, reponuzu </a:t>
            </a:r>
            <a:r>
              <a:rPr lang="tr-TR" sz="2000" dirty="0" err="1"/>
              <a:t>github’dan</a:t>
            </a:r>
            <a:r>
              <a:rPr lang="tr-TR" sz="2000" dirty="0"/>
              <a:t> çekmek yani indirmektir.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4EE9A0E-49D2-8343-3FE2-9F287B8BC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440" y="2505872"/>
            <a:ext cx="7500391" cy="40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56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3FB8-1891-B8EC-01DE-DCA041B9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E2CF80-4A36-868A-B2EC-82C7B19D0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E22C3A-A459-12CB-6756-D6A2115F0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Daha sonra, bilgisayarınızda çalıştır kısmına git yazarak git </a:t>
            </a:r>
            <a:r>
              <a:rPr lang="tr-TR" sz="2000" dirty="0" err="1"/>
              <a:t>cmd’yi</a:t>
            </a:r>
            <a:r>
              <a:rPr lang="tr-TR" sz="2000" dirty="0"/>
              <a:t> açınız. Git </a:t>
            </a:r>
            <a:r>
              <a:rPr lang="tr-TR" sz="2000" dirty="0" err="1"/>
              <a:t>cmd</a:t>
            </a:r>
            <a:r>
              <a:rPr lang="tr-TR" sz="2000" dirty="0"/>
              <a:t>, </a:t>
            </a:r>
            <a:r>
              <a:rPr lang="tr-TR" sz="2000" dirty="0" err="1"/>
              <a:t>Git’in</a:t>
            </a:r>
            <a:r>
              <a:rPr lang="tr-TR" sz="2000" dirty="0"/>
              <a:t> komut satırıdır (git </a:t>
            </a:r>
            <a:r>
              <a:rPr lang="tr-TR" sz="2000" dirty="0" err="1"/>
              <a:t>command</a:t>
            </a:r>
            <a:r>
              <a:rPr lang="tr-TR" sz="2000" dirty="0"/>
              <a:t> prompt).</a:t>
            </a:r>
          </a:p>
        </p:txBody>
      </p:sp>
      <p:pic>
        <p:nvPicPr>
          <p:cNvPr id="5" name="Resim 4" descr="metin, ekran görüntüsü, yazılım, multimedya yazılım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9C23BEC-AEE1-0677-0E4D-166408F6F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99" y="1928268"/>
            <a:ext cx="5745801" cy="46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84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4654-B8A1-84CA-F457-58D776813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98F44C-B91B-9CD2-2DDB-36EFCF10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F29CE3-700D-93DD-40BC-2A150A157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cmd’yi</a:t>
            </a:r>
            <a:r>
              <a:rPr lang="tr-TR" sz="2000" dirty="0"/>
              <a:t> çalıştırdığınız dizin (klasör yolu) olarak varsayılan şekilde C:/Kullanıcılar/sizin_kullanıcı_olduğunuz_klasör yolunu açar.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lım, ekran, görüntüleme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B84A79B-9451-DC36-7E71-4750F54DF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463" y="1974073"/>
            <a:ext cx="3437177" cy="20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2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9107-93D4-442D-58CF-15303B04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7931D8-90AA-92EC-D251-83E06E31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7010A9-C130-1E4F-ACE7-DDBD9853F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Daha sonra, kopyalamış olduğunuz </a:t>
            </a:r>
            <a:r>
              <a:rPr lang="tr-TR" sz="2000" dirty="0" err="1"/>
              <a:t>github</a:t>
            </a:r>
            <a:r>
              <a:rPr lang="tr-TR" sz="2000" dirty="0"/>
              <a:t> komutunu direkt yapıştırın ve çalıştırın.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NOT: Git </a:t>
            </a:r>
            <a:r>
              <a:rPr lang="tr-TR" sz="2000" dirty="0" err="1"/>
              <a:t>cmd</a:t>
            </a:r>
            <a:r>
              <a:rPr lang="tr-TR" sz="2000" dirty="0"/>
              <a:t>, varsayılan olarak kullanıcı olduğunuz dizinde açıldığı için dosyayı buraya indirecektir.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Ben, kullanıcılar dizinine inmesini istemediğim için cd Desktop komutu yazıyorum. Bu sayede Masaüstüne girmiş olacağız.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 err="1"/>
              <a:t>Cd</a:t>
            </a:r>
            <a:r>
              <a:rPr lang="tr-TR" sz="2000" dirty="0"/>
              <a:t>: </a:t>
            </a:r>
            <a:r>
              <a:rPr lang="tr-TR" sz="2000" dirty="0" err="1"/>
              <a:t>current</a:t>
            </a:r>
            <a:r>
              <a:rPr lang="tr-TR" sz="2000" dirty="0"/>
              <a:t> </a:t>
            </a:r>
            <a:r>
              <a:rPr lang="tr-TR" sz="2000" dirty="0" err="1"/>
              <a:t>directory</a:t>
            </a:r>
            <a:r>
              <a:rPr lang="tr-TR" sz="2000" dirty="0"/>
              <a:t> (yani artık mevcut dizin benim sana söylediğim yer olsun)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 err="1"/>
              <a:t>Cd</a:t>
            </a:r>
            <a:r>
              <a:rPr lang="tr-TR" sz="2000" dirty="0"/>
              <a:t> komutunu kullanabilmek için o an bulunduğunuz klasör içerisindeki bir klasörü seçmeniz lazım.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Desktop (Masaüstü) aynı zamanda kullanıcı dizininde bir klasör olduğu için bu komutu yazabiliriz. (Windows 11 olan bilgisayarlarda önce cd OneDrive sonra da cd Masaüstü demeniz lazım) </a:t>
            </a:r>
          </a:p>
        </p:txBody>
      </p:sp>
    </p:spTree>
    <p:extLst>
      <p:ext uri="{BB962C8B-B14F-4D97-AF65-F5344CB8AC3E}">
        <p14:creationId xmlns:p14="http://schemas.microsoft.com/office/powerpoint/2010/main" val="439912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E48BC-1405-2598-49DD-ABB22317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A7EFE0-35D6-3039-F814-45F849AC8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07B3E8B-7D15-E76D-341A-AA24AC25E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Görüldüğü gibi artık masaüstünün içerisindeyiz.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Unutmayınız, cd komutu ile başka bir dizine girmek için ancak ve ancak o an bulunduğunuz dizindeki alt klasörlere girebilirsiniz. Yani C:/Users/ahmet dizinindeyken cd D:/ diyemezsiniz. Sadece ahmet kullanıcısının olduğu dizindeki klasörlerden herhangi birine girebilirsiniz.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yazı tipi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5341A00-604C-9FEC-2079-AECCB9D80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029" y="3202892"/>
            <a:ext cx="4104500" cy="174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63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2C109-2D23-135E-580A-8A16B0FD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3ED006-E7E9-26A3-EFEE-84D56E59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4A01EA-3197-650C-8BB1-56003AB15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Şimdi, kopyalamış olduğumuz linki git </a:t>
            </a:r>
            <a:r>
              <a:rPr lang="tr-TR" sz="2000" dirty="0" err="1"/>
              <a:t>clone</a:t>
            </a:r>
            <a:r>
              <a:rPr lang="tr-TR" sz="2000" dirty="0"/>
              <a:t> komutunu yazdıktan sonra yapıştırıyoruz. Git </a:t>
            </a:r>
            <a:r>
              <a:rPr lang="tr-TR" sz="2000" dirty="0" err="1"/>
              <a:t>cmd</a:t>
            </a:r>
            <a:r>
              <a:rPr lang="tr-TR" sz="2000" dirty="0"/>
              <a:t>, bir git komut satırı olduğu için önce git komutu yazıp sonra işlemimizi yapmak zorundayız.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clone</a:t>
            </a:r>
            <a:r>
              <a:rPr lang="tr-TR" sz="2000" dirty="0"/>
              <a:t> </a:t>
            </a:r>
            <a:r>
              <a:rPr lang="tr-TR" sz="2000" dirty="0">
                <a:hlinkClick r:id="rId2"/>
              </a:rPr>
              <a:t>https://github.com/furkanatlan/Deneme_YBS.git</a:t>
            </a:r>
            <a:r>
              <a:rPr lang="tr-TR" sz="2000" dirty="0"/>
              <a:t> komutunun anlamı şudur: git kapsamında olan şu http bağlantısını klonla. Yani, bulunduğum dizine kopyala/indir.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81EA979-C462-D429-3A0A-0F7B16FD1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53" y="3310215"/>
            <a:ext cx="80676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3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1D9C3-0BFE-0894-F580-6B826A33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4FC0F3-E4C6-FC39-0801-CE22D0C6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C63621-C627-8BD8-9688-BE263B892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Masaüstüne gidip, indirdiğimiz klasörü kontrol ediyoruz. Görüldüğü gibi, repomuzun adı (1), indirmek istediğimiz dizin (2) ve repomuzun içindeki klasör/dosyalar (3) başarılı bir şekilde doğru dizine inmiş. Dikkat ederseniz .git uzantılı bir gizli dosya var. Bu, </a:t>
            </a:r>
            <a:r>
              <a:rPr lang="tr-TR" sz="2000" dirty="0" err="1"/>
              <a:t>git’in</a:t>
            </a:r>
            <a:r>
              <a:rPr lang="tr-TR" sz="2000" dirty="0"/>
              <a:t> kendi damgasıdır. Biz, bunu </a:t>
            </a:r>
            <a:r>
              <a:rPr lang="tr-TR" sz="2000" dirty="0" err="1"/>
              <a:t>github’dan</a:t>
            </a:r>
            <a:r>
              <a:rPr lang="tr-TR" sz="2000" dirty="0"/>
              <a:t> indirdiğimiz için ve bu klasör artık bir versiyon kontrol sistemlerine dahil edilmiş bir dosya olduğu için bir nevi mühürlenmiştir.</a:t>
            </a:r>
          </a:p>
        </p:txBody>
      </p:sp>
      <p:pic>
        <p:nvPicPr>
          <p:cNvPr id="5" name="Resim 4" descr="metin, yazı tipi, çizg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BFEADE8-AFBE-AD06-763D-044CA5D9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33" y="3628269"/>
            <a:ext cx="7628281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92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A08B-E40D-54FC-4177-5E56FE31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6264F4-D4A4-1958-AF63-213BFEA4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046062-1E1C-E845-560C-5AE0D648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tekrar git </a:t>
            </a:r>
            <a:r>
              <a:rPr lang="tr-TR" sz="2000" dirty="0" err="1"/>
              <a:t>cmd’ye</a:t>
            </a:r>
            <a:r>
              <a:rPr lang="tr-TR" sz="2000" dirty="0"/>
              <a:t> gelip, mevcut dizini Desktop yerine, Desktop içerisinde yer alan ve </a:t>
            </a:r>
            <a:r>
              <a:rPr lang="tr-TR" sz="2000" dirty="0" err="1"/>
              <a:t>Desktop’ın</a:t>
            </a:r>
            <a:r>
              <a:rPr lang="tr-TR" sz="2000" dirty="0"/>
              <a:t> bir alt dizini olan kendi repomuz olarak değiştiriyoruz. cd </a:t>
            </a:r>
            <a:r>
              <a:rPr lang="tr-TR" sz="2000" dirty="0" err="1"/>
              <a:t>Deneme_YBS</a:t>
            </a:r>
            <a:r>
              <a:rPr lang="tr-TR" sz="2000" dirty="0"/>
              <a:t> komutunu yazarak.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Görüldüğü gibi artık </a:t>
            </a:r>
            <a:r>
              <a:rPr lang="tr-TR" sz="2000" dirty="0" err="1"/>
              <a:t>Deneme_YBS</a:t>
            </a:r>
            <a:r>
              <a:rPr lang="tr-TR" sz="2000" dirty="0"/>
              <a:t> isimli repomuzun içerisindeyiz.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cmd</a:t>
            </a:r>
            <a:r>
              <a:rPr lang="tr-TR" sz="2000" dirty="0"/>
              <a:t> ile repo klasörünün içerisine girmenin başka bir yolu da vardır.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6" name="Resim 5" descr="metin, yazı tipi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214C625-A248-C0C2-2896-8910D242E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781" y="3139415"/>
            <a:ext cx="2964437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89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FCDC1-FE1E-3A7C-3909-F67E6279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70F452-1386-14B9-E770-7D0CC4EAB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E235C50-25DD-FBF1-FA2A-B94615EF1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Öncelikle, git </a:t>
            </a:r>
            <a:r>
              <a:rPr lang="tr-TR" sz="2000" dirty="0" err="1"/>
              <a:t>cmd’yi</a:t>
            </a:r>
            <a:r>
              <a:rPr lang="tr-TR" sz="2000" dirty="0"/>
              <a:t> kapatın.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Reponuzu istediğiniz yere indirdikten  sonra o reponun yani o klasörün içerisine girin ve sağ tıklayın. Eğer seçeneklerde «Open Git Bash here» seçeneğini gördüyseniz bu seçeneğe tıklayınız. Görmediyseniz slaytın sonraki sayfasına geçiş yapınız.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8" name="Resim 7" descr="metin, ekran görüntüsü, yazılım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96D482B6-174C-2DAA-E10C-57406AFEA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832" y="3194755"/>
            <a:ext cx="6665343" cy="357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6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647E-5A56-A8DD-9935-39C9E215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E0A27C-B54A-7E05-393D-B45D1A31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F079F2-32EF-1D1D-6E62-5DAA2D11F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Yine klasörünüzün içerisindeyken </a:t>
            </a:r>
            <a:r>
              <a:rPr lang="tr-TR" sz="2000" dirty="0" err="1"/>
              <a:t>Shift</a:t>
            </a:r>
            <a:r>
              <a:rPr lang="tr-TR" sz="2000" dirty="0"/>
              <a:t> tuşuna basılı tutarak sağ tıklayınız. Bu defa «Open Git Bash here» seçeneğinin çıktığını göreceksiniz. Bu seçeneğe tıklayınız.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2541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648B-BBB4-17D3-CCF3-CE453BF48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8568F9-B9D5-E48F-53FC-5C68B484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F14500-AB33-2A60-CE0C-9E7F9A253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Görüldüğü gibi git bash ile repomuzu açtık. Herhangi bir şekilde cd komutu kullanmadan direkt istediğimiz klasöre giriş yapabildik.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Bizim şu an bulunduğumuz klasör bir git klasörüdür yani bir repodur. Bir klasörün git reposu olup olmadığını anlamak için ve herhangi bir şekilde git </a:t>
            </a:r>
            <a:r>
              <a:rPr lang="tr-TR" sz="2000" dirty="0" err="1"/>
              <a:t>cmd</a:t>
            </a:r>
            <a:r>
              <a:rPr lang="tr-TR" sz="2000" dirty="0"/>
              <a:t> ile bir klasöre giriş yaptığımızda HER ZAMAN YAZACAĞIMIZ İLK KOMUT: git </a:t>
            </a:r>
            <a:r>
              <a:rPr lang="tr-TR" sz="2000" dirty="0" err="1"/>
              <a:t>status</a:t>
            </a:r>
            <a:r>
              <a:rPr lang="tr-TR" sz="2000" dirty="0"/>
              <a:t> komutudur.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Bu komut, mevcut klasörün statüsü yani durumu ile ilgili bilgi verir. Şu an bulunduğumuz klasör bir repo mu yoksa sıradan, normal bir klasör mü?</a:t>
            </a:r>
          </a:p>
        </p:txBody>
      </p:sp>
    </p:spTree>
    <p:extLst>
      <p:ext uri="{BB962C8B-B14F-4D97-AF65-F5344CB8AC3E}">
        <p14:creationId xmlns:p14="http://schemas.microsoft.com/office/powerpoint/2010/main" val="212903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A19C-E2E3-8DAA-DB07-F13AF63B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80845C-86A3-0922-B9B2-E2CAB326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8AB1B3-1EFB-199F-ECE2-95D142D35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Aşağıda git </a:t>
            </a:r>
            <a:r>
              <a:rPr lang="tr-TR" sz="2000" dirty="0" err="1"/>
              <a:t>status</a:t>
            </a:r>
            <a:r>
              <a:rPr lang="tr-TR" sz="2000" dirty="0"/>
              <a:t> komutunu çalıştırdığımızda bize verilen çıktıyı yorumlayalım.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tr-TR" sz="2000" dirty="0"/>
              <a:t>Kullanıcı, main dalında (</a:t>
            </a:r>
            <a:r>
              <a:rPr lang="tr-TR" sz="2000" dirty="0" err="1"/>
              <a:t>branch</a:t>
            </a:r>
            <a:r>
              <a:rPr lang="tr-TR" sz="2000" dirty="0"/>
              <a:t>) bulunuyor.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tr-TR" sz="2000" dirty="0"/>
              <a:t>Uzak depo (</a:t>
            </a:r>
            <a:r>
              <a:rPr lang="tr-TR" sz="2000" dirty="0" err="1"/>
              <a:t>origin</a:t>
            </a:r>
            <a:r>
              <a:rPr lang="tr-TR" sz="2000" dirty="0"/>
              <a:t>/main) ile yerel depo arasında fark yok, yani yapılan tüm değişiklikler gönderilmiş ve güncel durumda.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tr-TR" sz="2000" dirty="0"/>
              <a:t>"</a:t>
            </a:r>
            <a:r>
              <a:rPr lang="tr-TR" sz="2000" dirty="0" err="1"/>
              <a:t>nothing</a:t>
            </a:r>
            <a:r>
              <a:rPr lang="tr-TR" sz="2000" dirty="0"/>
              <a:t>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commit</a:t>
            </a:r>
            <a:r>
              <a:rPr lang="tr-TR" sz="2000" dirty="0"/>
              <a:t>, </a:t>
            </a:r>
            <a:r>
              <a:rPr lang="tr-TR" sz="2000" dirty="0" err="1"/>
              <a:t>working</a:t>
            </a:r>
            <a:r>
              <a:rPr lang="tr-TR" sz="2000" dirty="0"/>
              <a:t> </a:t>
            </a:r>
            <a:r>
              <a:rPr lang="tr-TR" sz="2000" dirty="0" err="1"/>
              <a:t>tree</a:t>
            </a:r>
            <a:r>
              <a:rPr lang="tr-TR" sz="2000" dirty="0"/>
              <a:t> </a:t>
            </a:r>
            <a:r>
              <a:rPr lang="tr-TR" sz="2000" dirty="0" err="1"/>
              <a:t>clean</a:t>
            </a:r>
            <a:r>
              <a:rPr lang="tr-TR" sz="2000" dirty="0"/>
              <a:t>" ifadesi, çalışma dizininde herhangi bir değişikliğin olmadığını ve her şeyin düzgün olduğunu gösteriyor.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608DA9D-2E77-8BA1-9DB5-05594EB9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261" y="4332962"/>
            <a:ext cx="710565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90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E658-317B-9386-614E-DBA47411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1EFACC-79CC-DA1F-4949-1617B41E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0E19E9-E7EA-52D3-83CC-243DD5D19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200" dirty="0"/>
              <a:t>Branch, Bir projede çalışıyorsunuz diyelim. Bu projede her şey düzgün çalışıyor. Ama yeni bir özellik eklemek istiyorsunuz veya bir şeyi </a:t>
            </a:r>
            <a:r>
              <a:rPr lang="tr-TR" sz="2200" dirty="0" err="1"/>
              <a:t>değiştireceksiniz.Bu</a:t>
            </a:r>
            <a:r>
              <a:rPr lang="tr-TR" sz="2200" dirty="0"/>
              <a:t> değişikliği yaparken, var olan düzgün çalışan projeyi bozmamak için, onun bir kopyasını alıp üzerinde çalışırsınız. İşte bu kopyaya </a:t>
            </a:r>
            <a:r>
              <a:rPr lang="tr-TR" sz="2200" dirty="0" err="1"/>
              <a:t>branch</a:t>
            </a:r>
            <a:r>
              <a:rPr lang="tr-TR" sz="2200" dirty="0"/>
              <a:t> (dal) denir.</a:t>
            </a:r>
          </a:p>
        </p:txBody>
      </p:sp>
    </p:spTree>
    <p:extLst>
      <p:ext uri="{BB962C8B-B14F-4D97-AF65-F5344CB8AC3E}">
        <p14:creationId xmlns:p14="http://schemas.microsoft.com/office/powerpoint/2010/main" val="4219522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81F3-BBD1-5621-06B2-A5E82F16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B03A41-8EFC-4799-EA1D-C307328E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028032-733D-2E0A-45F2-BCDAA4AD9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Aşağıda görüldüğü gibi, indirdiğimiz repoya «2_Git_cmd_ile_Dosya_Yüklemek» isimli bir klasör oluşturduk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7" name="Resim 6" descr="metin, yazı tipi, çizg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4A314E62-76F8-B7FF-02BC-86A8B7F1C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052" y="2128112"/>
            <a:ext cx="9403895" cy="31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2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FEDF-964C-1E5F-58E9-62104E5C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E4AF14-330C-C630-D0B1-FD56753C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CD12A2-DBB4-C05E-1452-C50824B13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de bu klasörün içerisine girip «git_bash_için_örnek_dosya.txt» dosyası oluşturuyoruz.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Daha sonra da </a:t>
            </a:r>
            <a:r>
              <a:rPr lang="tr-TR" sz="2000" dirty="0" err="1"/>
              <a:t>Deneme_YBS</a:t>
            </a:r>
            <a:r>
              <a:rPr lang="tr-TR" sz="2000" dirty="0"/>
              <a:t> klasörüne gidip (repomuz burasıydı) sağ tıklayıp «Open Git bash here» seçeneğini tıklıyoruz.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lım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D7BA1CC-E084-26CF-8E76-BF877B78A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534" y="2502150"/>
            <a:ext cx="7876408" cy="418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6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7C31-0E09-4636-BBA4-AF42C40E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33C0D9-666C-91B7-758A-74E33A40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8C975C-68E0-CE17-ABD3-A651D99AC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ilk komut olarak git </a:t>
            </a:r>
            <a:r>
              <a:rPr lang="tr-TR" sz="2000" dirty="0" err="1"/>
              <a:t>status</a:t>
            </a:r>
            <a:r>
              <a:rPr lang="tr-TR" sz="2000" dirty="0"/>
              <a:t> yazıp mevcut repomuzun son halini görüyoruz.</a:t>
            </a:r>
          </a:p>
        </p:txBody>
      </p:sp>
      <p:pic>
        <p:nvPicPr>
          <p:cNvPr id="5" name="Resim 4" descr="metin, elektronik donanım, ekran görüntüsü, yazıl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6C10B9F-5FBB-E3A1-88E4-1872B7DF7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953" y="1937151"/>
            <a:ext cx="7110076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9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50DE-F0D2-2C38-CEBF-FDDC8EDF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9B34D9-6DA1-AE4A-17BC-B27C6C3F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4BF628-02C3-996B-165D-DEB36E25C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Görüldüğü gibi bize yeni bir klasör yüklendiğini kırmızıyla yazarak gösterdi ve bunun henüz </a:t>
            </a:r>
            <a:r>
              <a:rPr lang="tr-TR" sz="2000" dirty="0" err="1"/>
              <a:t>commit’lenmediğini</a:t>
            </a:r>
            <a:r>
              <a:rPr lang="tr-TR" sz="2000" dirty="0"/>
              <a:t> yani bu değişikliğin bir nevi kaydedilmediğini söyledi.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yazacağımız ilk komut «git </a:t>
            </a:r>
            <a:r>
              <a:rPr lang="tr-TR" sz="2000" dirty="0" err="1"/>
              <a:t>add</a:t>
            </a:r>
            <a:r>
              <a:rPr lang="tr-TR" sz="2000" dirty="0"/>
              <a:t> .» Bunun anlamı, değişiklikleri ekle demektir.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lektronik donanım, ekran görüntüsü, ekran, görüntüleme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02D098A-3996-349C-8F13-B2A0CF21C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650" y="2705627"/>
            <a:ext cx="5669771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57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64E2-E3B0-64A0-CEEC-9B1D79A5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7516C5-4470-2FAD-3C8F-1D5EA0A48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ABFB68-BFD3-B6B6-A304-02728291B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ilk olarak </a:t>
            </a:r>
            <a:r>
              <a:rPr lang="tr-TR" sz="2000" dirty="0" err="1"/>
              <a:t>commit’lemeye</a:t>
            </a:r>
            <a:r>
              <a:rPr lang="tr-TR" sz="2000" dirty="0"/>
              <a:t> çalışacağız. Ancak, daha önce </a:t>
            </a:r>
            <a:r>
              <a:rPr lang="tr-TR" sz="2000" dirty="0" err="1"/>
              <a:t>github</a:t>
            </a:r>
            <a:r>
              <a:rPr lang="tr-TR" sz="2000" dirty="0"/>
              <a:t> bilgilerinizi git </a:t>
            </a:r>
            <a:r>
              <a:rPr lang="tr-TR" sz="2000" dirty="0" err="1"/>
              <a:t>cmd’ye</a:t>
            </a:r>
            <a:r>
              <a:rPr lang="tr-TR" sz="2000" dirty="0"/>
              <a:t> tanıtmadıysanız bu aşamada hata alacaksınız.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0E583F2-C788-2232-B9F6-44451C8A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05" y="2064796"/>
            <a:ext cx="70866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028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7CA3-B874-F2CC-E836-12ED5B2DE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2F4430-90CE-CB3B-3691-B4D5FE52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360A8A-3298-CA76-3D44-80693909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Başarılı bir şekilde </a:t>
            </a:r>
            <a:r>
              <a:rPr lang="tr-TR" sz="2000" dirty="0" err="1"/>
              <a:t>commit’imizi</a:t>
            </a:r>
            <a:r>
              <a:rPr lang="tr-TR" sz="2000" dirty="0"/>
              <a:t> yazdık. Bu </a:t>
            </a:r>
            <a:r>
              <a:rPr lang="tr-TR" sz="2000" dirty="0" err="1"/>
              <a:t>commit’ten</a:t>
            </a:r>
            <a:r>
              <a:rPr lang="tr-TR" sz="2000" dirty="0"/>
              <a:t> sonra bize bu </a:t>
            </a:r>
            <a:r>
              <a:rPr lang="tr-TR" sz="2000" dirty="0" err="1"/>
              <a:t>commit’in</a:t>
            </a:r>
            <a:r>
              <a:rPr lang="tr-TR" sz="2000" dirty="0"/>
              <a:t> hangi değişiklikler üzerinde geçerli olduğunuz yazdı (2. klasörün içerisindeki txt dosyası)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Eğer siz hata alırsanız aşağıdaki kodları yazınız: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config</a:t>
            </a:r>
            <a:r>
              <a:rPr lang="tr-TR" sz="2000" dirty="0"/>
              <a:t> --global </a:t>
            </a:r>
            <a:r>
              <a:rPr lang="tr-TR" sz="2000" dirty="0" err="1"/>
              <a:t>user.email</a:t>
            </a:r>
            <a:r>
              <a:rPr lang="tr-TR" sz="2000" dirty="0"/>
              <a:t> "</a:t>
            </a:r>
            <a:r>
              <a:rPr lang="tr-TR" sz="2000" dirty="0" err="1"/>
              <a:t>github_mail_adresinizi_yazın</a:t>
            </a:r>
            <a:r>
              <a:rPr lang="tr-TR" sz="2000" dirty="0"/>
              <a:t>"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config</a:t>
            </a:r>
            <a:r>
              <a:rPr lang="tr-TR" sz="2000" dirty="0"/>
              <a:t> --global user.name "</a:t>
            </a:r>
            <a:r>
              <a:rPr lang="tr-TR" sz="2000" dirty="0" err="1"/>
              <a:t>github_kullanıcı_adınızı_yazın</a:t>
            </a:r>
            <a:r>
              <a:rPr lang="tr-TR" sz="2000" dirty="0"/>
              <a:t>"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commit</a:t>
            </a:r>
            <a:r>
              <a:rPr lang="tr-TR" sz="2000" dirty="0"/>
              <a:t> -m "</a:t>
            </a:r>
            <a:r>
              <a:rPr lang="tr-TR" sz="2000" dirty="0" err="1"/>
              <a:t>commit_mesajınızı_yazın</a:t>
            </a:r>
            <a:r>
              <a:rPr lang="tr-TR" sz="20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95083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5DA5-95D7-7B1A-6B03-08BC807EE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8E1FB6-304F-06DB-61C3-8257224F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6C1FD57-3BC2-0FB5-7D49-F9C6133E1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Şimdi, </a:t>
            </a:r>
            <a:r>
              <a:rPr lang="tr-TR" sz="2000" dirty="0" err="1"/>
              <a:t>commit’imizi</a:t>
            </a:r>
            <a:r>
              <a:rPr lang="tr-TR" sz="2000" dirty="0"/>
              <a:t> de başarıyla girdiğimize göre geriye sadece bu repoyu tekrar </a:t>
            </a:r>
            <a:r>
              <a:rPr lang="tr-TR" sz="2000" dirty="0" err="1"/>
              <a:t>GitHub’a</a:t>
            </a:r>
            <a:r>
              <a:rPr lang="tr-TR" sz="2000" dirty="0"/>
              <a:t> yüklemek yani «</a:t>
            </a:r>
            <a:r>
              <a:rPr lang="tr-TR" sz="2000" dirty="0" err="1"/>
              <a:t>push</a:t>
            </a:r>
            <a:r>
              <a:rPr lang="tr-TR" sz="2000" dirty="0"/>
              <a:t>» etmek kalıyor. Bunun için aşağıdaki kodu takip edeceğiz.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git push origin &lt;</a:t>
            </a:r>
            <a:r>
              <a:rPr lang="en-US" sz="2000" dirty="0" err="1"/>
              <a:t>branch_adı</a:t>
            </a:r>
            <a:r>
              <a:rPr lang="en-US" sz="2000" dirty="0"/>
              <a:t>&gt;</a:t>
            </a: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 err="1"/>
              <a:t>Branch_adı</a:t>
            </a:r>
            <a:r>
              <a:rPr lang="tr-TR" sz="2000" dirty="0"/>
              <a:t> kısmına hangi </a:t>
            </a:r>
            <a:r>
              <a:rPr lang="tr-TR" sz="2000" dirty="0" err="1"/>
              <a:t>branch</a:t>
            </a:r>
            <a:r>
              <a:rPr lang="tr-TR" sz="2000" dirty="0"/>
              <a:t> üzerinde çalıştığınızı yazacaksınız. Bunu öğrenmenin kolay bir yolu var.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cmd’yi</a:t>
            </a:r>
            <a:r>
              <a:rPr lang="tr-TR" sz="2000" dirty="0"/>
              <a:t> açıp buradan görebiliriz.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42981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DF4FB-58B8-7718-8138-89FFA964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58F9CD-3F52-13C2-01A1-9018421E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61F371-FD2C-04B8-E46E-3D350DE06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Şekilde de görüldüğü gibi bize main </a:t>
            </a:r>
            <a:r>
              <a:rPr lang="tr-TR" sz="2000" dirty="0" err="1"/>
              <a:t>branch’inde</a:t>
            </a:r>
            <a:r>
              <a:rPr lang="tr-TR" sz="2000" dirty="0"/>
              <a:t> çalıştığımızı söylüyor. O halde kodumuzu şöyle değiştiriyoruz: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git push origin</a:t>
            </a:r>
            <a:r>
              <a:rPr lang="tr-TR" sz="2000" dirty="0"/>
              <a:t> main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lektronik donanım, ekran görüntüsü, yazılı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8552CEF-22A3-332D-D638-6A6A0DD0E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375" y="2408825"/>
            <a:ext cx="5662151" cy="34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95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574B-2998-2AFE-81CD-E4C11654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40239E-4FED-9D4A-D1D8-39793933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5F089A-5E20-C193-40B6-C848E82EC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Dosyalarımızı repoya yükleyip değişiklikleri kaydettik. Bu değişiklikler hakkında </a:t>
            </a:r>
            <a:r>
              <a:rPr lang="tr-TR" sz="2000" dirty="0" err="1"/>
              <a:t>commit</a:t>
            </a:r>
            <a:r>
              <a:rPr lang="tr-TR" sz="2000" dirty="0"/>
              <a:t> ile bilgi verdik ve son olarak da repomuzu </a:t>
            </a:r>
            <a:r>
              <a:rPr lang="tr-TR" sz="2000" dirty="0" err="1"/>
              <a:t>GitHub’a</a:t>
            </a:r>
            <a:r>
              <a:rPr lang="tr-TR" sz="2000" dirty="0"/>
              <a:t> yükledik.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Şimdi </a:t>
            </a:r>
            <a:r>
              <a:rPr lang="tr-TR" sz="2000" dirty="0" err="1"/>
              <a:t>GitHub’a</a:t>
            </a:r>
            <a:r>
              <a:rPr lang="tr-TR" sz="2000" dirty="0"/>
              <a:t> gidip yüklenip yüklenmediğine bakalım.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789480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79E2-ED4F-1383-9EB5-3F5EDC55D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F89A3F-B4B5-1D64-E820-27F24DA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CE284E-41C2-D493-D6A1-E90B41B6B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Görüldüğü gibi 2. yöntem ile (git bash kullanarak) repomuzda güncelleme yapıp, repomuzu </a:t>
            </a:r>
            <a:r>
              <a:rPr lang="tr-TR" sz="2000" dirty="0" err="1"/>
              <a:t>GitHub’a</a:t>
            </a:r>
            <a:r>
              <a:rPr lang="tr-TR" sz="2000" dirty="0"/>
              <a:t> yüklemiş olduk.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  <p:pic>
        <p:nvPicPr>
          <p:cNvPr id="5" name="Resim 4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96AB744-8195-2C1D-EF92-9E8D4E4CA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88" y="2356376"/>
            <a:ext cx="9967824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59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FF76-1A3D-821B-B562-E798FF9F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574FDD-23CD-F76A-9AD8-E2123DE63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98"/>
            <a:ext cx="10515600" cy="603116"/>
          </a:xfrm>
        </p:spPr>
        <p:txBody>
          <a:bodyPr>
            <a:noAutofit/>
          </a:bodyPr>
          <a:lstStyle/>
          <a:p>
            <a:pPr algn="ctr"/>
            <a:r>
              <a:rPr lang="tr-TR" sz="2800" dirty="0"/>
              <a:t>Git Bash ile upload yapmak (cd komutu kullanmak)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CD1E95-77AC-9E94-00F1-3C490F720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672"/>
            <a:ext cx="10515600" cy="527229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bash kullanarak aşağıdaki komutları sırayla yazdığınızda bir repoyu yükleyebilirsiniz.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İlk olarak yükleyeceğiniz klasörün içine girin ve git bash ile orayı açın (sağ tıklama ile)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Sonra aşağıdaki komutları sırayla yazın: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status</a:t>
            </a: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(eğer git </a:t>
            </a:r>
            <a:r>
              <a:rPr lang="tr-TR" sz="2000" dirty="0" err="1"/>
              <a:t>status</a:t>
            </a:r>
            <a:r>
              <a:rPr lang="tr-TR" sz="2000" dirty="0"/>
              <a:t> ile bu klasörün bir repo olmadığı mesajınız alırsanız (not a git </a:t>
            </a:r>
            <a:r>
              <a:rPr lang="tr-TR" sz="2000" dirty="0" err="1"/>
              <a:t>repository</a:t>
            </a:r>
            <a:r>
              <a:rPr lang="tr-TR" sz="2000" dirty="0"/>
              <a:t> mesajı), şu komutu yazın git </a:t>
            </a:r>
            <a:r>
              <a:rPr lang="tr-TR" sz="2000" dirty="0" err="1"/>
              <a:t>init</a:t>
            </a:r>
            <a:r>
              <a:rPr lang="tr-TR" sz="2000" dirty="0"/>
              <a:t>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add</a:t>
            </a:r>
            <a:r>
              <a:rPr lang="tr-TR" sz="2000" dirty="0"/>
              <a:t> 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commit</a:t>
            </a:r>
            <a:r>
              <a:rPr lang="tr-TR" sz="2000" dirty="0"/>
              <a:t> –m "</a:t>
            </a:r>
            <a:r>
              <a:rPr lang="tr-TR" sz="2000" dirty="0" err="1"/>
              <a:t>commit_mesajım</a:t>
            </a:r>
            <a:r>
              <a:rPr lang="tr-TR" sz="2000" dirty="0"/>
              <a:t>«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(eğer </a:t>
            </a:r>
            <a:r>
              <a:rPr lang="tr-TR" sz="2000" dirty="0" err="1"/>
              <a:t>commit</a:t>
            </a:r>
            <a:r>
              <a:rPr lang="tr-TR" sz="2000" dirty="0"/>
              <a:t> –m komutundan sonra hata alırsanız, sırayla aşağıdaki komutları yazın)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config</a:t>
            </a:r>
            <a:r>
              <a:rPr lang="tr-TR" sz="2000" dirty="0"/>
              <a:t> --global </a:t>
            </a:r>
            <a:r>
              <a:rPr lang="tr-TR" sz="2000" dirty="0" err="1"/>
              <a:t>user.email</a:t>
            </a:r>
            <a:r>
              <a:rPr lang="tr-TR" sz="2000" dirty="0"/>
              <a:t> "</a:t>
            </a:r>
            <a:r>
              <a:rPr lang="tr-TR" sz="2000" dirty="0" err="1"/>
              <a:t>github_mail_adresinizi_yazın</a:t>
            </a:r>
            <a:r>
              <a:rPr lang="tr-TR" sz="2000" dirty="0"/>
              <a:t>"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config</a:t>
            </a:r>
            <a:r>
              <a:rPr lang="tr-TR" sz="2000" dirty="0"/>
              <a:t> --global user.name "</a:t>
            </a:r>
            <a:r>
              <a:rPr lang="tr-TR" sz="2000" dirty="0" err="1"/>
              <a:t>github_kullanıcı_adınızı_yazın</a:t>
            </a:r>
            <a:r>
              <a:rPr lang="tr-TR" sz="2000" dirty="0"/>
              <a:t>"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2000" dirty="0"/>
              <a:t>git </a:t>
            </a:r>
            <a:r>
              <a:rPr lang="tr-TR" sz="2000" dirty="0" err="1"/>
              <a:t>commit</a:t>
            </a:r>
            <a:r>
              <a:rPr lang="tr-TR" sz="2000" dirty="0"/>
              <a:t> -m "</a:t>
            </a:r>
            <a:r>
              <a:rPr lang="tr-TR" sz="2000" dirty="0" err="1"/>
              <a:t>commit_mesajınızı_yazın</a:t>
            </a:r>
            <a:r>
              <a:rPr lang="tr-TR" sz="2000" dirty="0"/>
              <a:t>"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git push origin</a:t>
            </a:r>
            <a:r>
              <a:rPr lang="tr-TR" sz="2000" dirty="0"/>
              <a:t> "</a:t>
            </a:r>
            <a:r>
              <a:rPr lang="tr-TR" sz="2000" dirty="0" err="1"/>
              <a:t>branch_adı</a:t>
            </a:r>
            <a:r>
              <a:rPr lang="tr-TR" sz="2000" dirty="0"/>
              <a:t>"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92656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2095</Words>
  <Application>Microsoft Office PowerPoint</Application>
  <PresentationFormat>Geniş ekran</PresentationFormat>
  <Paragraphs>141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Teması</vt:lpstr>
      <vt:lpstr>Git Versiyon Sistemleri Kullanımı</vt:lpstr>
      <vt:lpstr>Git Kurulumu</vt:lpstr>
      <vt:lpstr>Git Kurulumu</vt:lpstr>
      <vt:lpstr>GitHub Repo Oluşturma</vt:lpstr>
      <vt:lpstr>GitHub Repo Oluşturma</vt:lpstr>
      <vt:lpstr>GitHub Repo Oluşturma</vt:lpstr>
      <vt:lpstr>GitHub Repo Oluşturma</vt:lpstr>
      <vt:lpstr>GitHub Repo Oluşturma</vt:lpstr>
      <vt:lpstr>GitHub Repo Oluşturma</vt:lpstr>
      <vt:lpstr>GitHub Repo’ya Dosya/Klasör Yükleme</vt:lpstr>
      <vt:lpstr>Manuel olarak (elle) sürükle bırak yöntemiyle upload yapmak</vt:lpstr>
      <vt:lpstr>Manuel olarak (elle) sürükle bırak yöntemiyle upload yapmak</vt:lpstr>
      <vt:lpstr>Manuel olarak (elle) sürükle bırak yöntemiyle upload yapmak</vt:lpstr>
      <vt:lpstr>Manuel olarak (elle) sürükle bırak yöntemiyle upload yapmak</vt:lpstr>
      <vt:lpstr>Manuel olarak (elle) sürükle bırak yöntemiyle upload yapmak</vt:lpstr>
      <vt:lpstr>Manuel olarak (elle) sürükle bırak yöntemiyle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  <vt:lpstr>Git Bash ile upload yapmak (cd komutu kullanmak)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Furkan ATLAN</dc:creator>
  <cp:lastModifiedBy>Furkan ATLAN</cp:lastModifiedBy>
  <cp:revision>103</cp:revision>
  <dcterms:created xsi:type="dcterms:W3CDTF">2025-02-16T12:24:47Z</dcterms:created>
  <dcterms:modified xsi:type="dcterms:W3CDTF">2025-03-01T09:19:09Z</dcterms:modified>
</cp:coreProperties>
</file>